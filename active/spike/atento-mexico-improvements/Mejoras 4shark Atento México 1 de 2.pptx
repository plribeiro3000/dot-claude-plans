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404" autoAdjust="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68726-495D-BE95-D939-DD2D77F28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5B3A53-32DC-E49E-8148-D3C656604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93901-557E-98EE-82B3-1F988BDD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07D8F5-F31C-96E0-0151-5ADD5898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391E58-6BD1-050E-7E2A-C774CA45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047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483DA-5582-E41D-7DFA-02937115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3B1212-005E-D8E8-B685-5D0A28116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CF4343-37FE-7254-F3E1-3B3BDE12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B0CFB4-99AC-6A3C-58CD-2F347DB9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C2F636-B038-B3C2-71EE-71E15D4B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793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64FED-ADFB-3280-DA6A-54D239F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3AA027-62C5-CC9B-2BE2-35EE8448C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428D53-A19F-1F6E-0A38-5969AB7C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E3020E-DA08-8B76-2182-C9E12526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F0A499-E35A-069C-1C30-5C718BDE5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682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7CA5F-2FD0-5670-80AD-EF2F1DC2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3CCD85-140A-EEF2-8615-BE6296407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92697B-C68E-01AD-1D16-5EC0FFE69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4BFFB6-533A-7EA2-5599-9066ADFC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4D4C72-EC93-60E6-99DC-5A44C696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0C5910-C5DD-6F9A-B4C0-C5CF8BBB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295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C132B-3DF8-0AED-87F1-B69638FE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48A6B-CE0F-C02A-2CB6-EFE654AD2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2A82D9-E670-BF7E-AA22-FD55644CE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62D6CC-A1DB-C50F-7A78-F28A58FA2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32CF6-B38B-015E-C7B9-DB7D2E831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96CA4E-4A7C-69E5-5AE3-1F9D04F1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54C1A0-DF25-0145-3C0A-806514A4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83136A-749A-E499-57B5-42F7B292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7339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36793-6F83-DDD5-4A09-EDBA7722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19F89DB-2D93-96DF-21A2-7B62269F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2DCFEE-9C9B-53D3-A7ED-1935F69D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D37E73-1B88-F573-3572-726C6036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065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7973CF-40D0-F15F-2955-CAE9D721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661861-1ED3-F9EC-3119-FB21743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8D7808-4411-63BC-75E7-72288513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002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4E086-5C98-6FC5-F790-244B4694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4DD898-909B-C3F4-AD4F-FCE92B8AD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DEF3BB-E4CB-AF2F-A8D4-E61E0227A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8D9ED4-5380-438A-E484-DE3E0B34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ADC592-7E58-AC5D-6709-6574EDFA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E7A93-688E-C8D6-5BB2-ED5C1D9C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103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77B19-DF1E-2750-56B2-FCF1A658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F3E436-001C-90A3-1D71-C2A26E332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22FB90-7D6F-B6C9-060D-913B837C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B65628-23DA-1093-F132-93E8B59C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60FE91-8FB1-8E5C-B388-BD94F3FB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83B95E-DC5B-9405-FC87-28395ABA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70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28E5B-D4EA-C67E-F84B-0602AB80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34A1D3-1511-A2A0-653B-4AA342D4F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6D78B-C66C-C348-B0DB-EBA05117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CF49DC-ECE0-6E64-8D3C-28F58AC4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4AE140-7EE1-FEA5-E233-25498594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77093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9AF50F-F6B0-27D5-2C93-995AD0739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333D0B-D453-489B-8364-F18128864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3EB7A-5F43-7E7E-DFAD-1C62FCCA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98183D-4F14-99D4-9C32-624EEB8B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34814-2738-DD94-836B-67217A8E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287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1D6939-7B04-DD23-FA89-76F95B99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28F2C3-421E-9C16-E350-F76A8409B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4E74CF-52B8-99D0-87DC-2D74C3F49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AC9AA-F1A4-D8B6-0528-4B09BAD06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F39BC3-1B95-D488-F6B6-2F7A524DE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2367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8A84-83DF-E6D0-56FD-1E9F6290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F47EE8A-0AA5-090B-DC6D-16A8525E2AD5}"/>
              </a:ext>
            </a:extLst>
          </p:cNvPr>
          <p:cNvSpPr txBox="1"/>
          <p:nvPr/>
        </p:nvSpPr>
        <p:spPr>
          <a:xfrm>
            <a:off x="247650" y="400050"/>
            <a:ext cx="1110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 modulo de usos mensuales agregar el dato del tiempo que estuvo dentro del portal cada colaborador.</a:t>
            </a:r>
          </a:p>
          <a:p>
            <a:endParaRPr lang="es-MX" dirty="0"/>
          </a:p>
        </p:txBody>
      </p:sp>
      <p:pic>
        <p:nvPicPr>
          <p:cNvPr id="3" name="Imagen 2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00FFA2F1-E9BE-39AB-4F58-80C708267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942893"/>
            <a:ext cx="11944350" cy="579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9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4794-45B4-2CB4-9B16-85220F80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DAEFF9E-3610-46ED-D348-3E173212BF27}"/>
              </a:ext>
            </a:extLst>
          </p:cNvPr>
          <p:cNvSpPr txBox="1"/>
          <p:nvPr/>
        </p:nvSpPr>
        <p:spPr>
          <a:xfrm>
            <a:off x="247650" y="400050"/>
            <a:ext cx="111061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Sabana de resultados simplificada con tipo de pagos.</a:t>
            </a:r>
          </a:p>
          <a:p>
            <a:endParaRPr lang="es-MX" dirty="0"/>
          </a:p>
          <a:p>
            <a:r>
              <a:rPr lang="es-MX" dirty="0"/>
              <a:t>Donde se puedan descargar los resultados ya sea por periodo de tiempo, persona, tipo de pago, calendario, plan, mes o año Y dicha información se pueda descargar a Microsoft Excel.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C3F360-6E9E-813C-3958-CDB67FB5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704380"/>
            <a:ext cx="11820525" cy="105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58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5E5C-34FE-539F-3E2F-4FE0799D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F7177712-C523-E8F0-159E-CC6F5AC02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3349"/>
            <a:ext cx="12192000" cy="22010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4BFDC54-24CF-44C9-0BFF-712FE790FD92}"/>
              </a:ext>
            </a:extLst>
          </p:cNvPr>
          <p:cNvSpPr txBox="1"/>
          <p:nvPr/>
        </p:nvSpPr>
        <p:spPr>
          <a:xfrm>
            <a:off x="0" y="95250"/>
            <a:ext cx="111061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Sabana de resultados completa con tipo de pagos.</a:t>
            </a:r>
          </a:p>
          <a:p>
            <a:endParaRPr lang="es-MX" dirty="0"/>
          </a:p>
          <a:p>
            <a:r>
              <a:rPr lang="es-MX" dirty="0"/>
              <a:t>Donde se puedan descargar todos los planes es una sabana junta mostrando los tipos de pagos obtenidos y los indicadores proporcionados al portal Y dicha información se pueda descargar a Microsoft Excel o bien se puedan mandar traer columnas especificas de ellas en un orden especifico para el llenado de archivos de control</a:t>
            </a:r>
          </a:p>
          <a:p>
            <a:endParaRPr lang="es-MX" dirty="0"/>
          </a:p>
          <a:p>
            <a:endParaRPr lang="es-MX" dirty="0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4A0A0161-797F-7F2E-76C8-6B73C3DA7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84175"/>
            <a:ext cx="12192000" cy="186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854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125</Words>
  <Application>Microsoft Office PowerPoint</Application>
  <PresentationFormat>Panorámica</PresentationFormat>
  <Paragraphs>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Humberto Bravo</dc:creator>
  <cp:lastModifiedBy>Luis Humberto Bravo</cp:lastModifiedBy>
  <cp:revision>6</cp:revision>
  <dcterms:created xsi:type="dcterms:W3CDTF">2026-01-20T22:55:24Z</dcterms:created>
  <dcterms:modified xsi:type="dcterms:W3CDTF">2026-01-21T00:36:50Z</dcterms:modified>
</cp:coreProperties>
</file>